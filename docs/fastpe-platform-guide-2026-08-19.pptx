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</a:defRPr>
            </a:pPr>
            <a:r>
              <a:t>FastPE</a:t>
            </a:r>
            <a:br/>
            <a:r>
              <a:t>Platform Guide</a:t>
            </a:r>
          </a:p>
          <a:p>
            <a:pPr>
              <a:defRPr sz="1800">
                <a:solidFill>
                  <a:srgbClr val="F97316"/>
                </a:solidFill>
              </a:defRPr>
            </a:pPr>
            <a:r>
              <a:t>2026-08-19  •  https://pehero.chat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1BCCC"/>
                </a:solidFill>
              </a:defRPr>
            </a:pPr>
            <a:r>
              <a:t>Agentic AI for private equity — specialist agents that source, underwrite, close, and operate your deals.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Your Private Equity AI Agent Squad — sourcing, underwriting, and closing your next platfor</a:t>
            </a:r>
          </a:p>
        </p:txBody>
      </p:sp>
      <p:pic>
        <p:nvPicPr>
          <p:cNvPr id="3" name="Picture 2" descr="01-your-private-equity-ai-agent-squad-sourcing-u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AGENTIC AI FOR PRIVATE EQUITY Your Private Equity AI Agent Squad — sourcing, underwriting, and closing your next platform. Not a prompt pack. Not a build-it-yourself kit. PEHero is a full agentic system already wired into your deal flow — scanning targets, run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https://pehero.chat/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One system. Every stage. All your deal data.</a:t>
            </a:r>
          </a:p>
        </p:txBody>
      </p:sp>
      <p:pic>
        <p:nvPicPr>
          <p:cNvPr id="3" name="Picture 2" descr="04-one-system-every-stage-all-your-deal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PLATFORM One system. Every stage. All your deal data. PEHero lives where your deal team already works. Twenty-two specialist agents share a single model of your pipeline, your portfolio, and your market. Each agent has its own tools and prompts — and they pass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https://pehero.chat/platform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
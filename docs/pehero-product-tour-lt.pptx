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200" b="1">
                <a:solidFill>
                  <a:srgbClr val="1F5D43"/>
                </a:solidFill>
              </a:defRPr>
            </a:pPr>
            <a:r>
              <a:t>PEHERO</a:t>
            </a:r>
          </a:p>
          <a:p>
            <a:pPr algn="ctr">
              <a:spcAft>
                <a:spcPts val="1600"/>
              </a:spcAft>
              <a:defRPr sz="4000" b="1">
                <a:solidFill>
                  <a:srgbClr val="14231B"/>
                </a:solidFill>
              </a:defRPr>
            </a:pPr>
            <a:r>
              <a:t>Jūsų privataus kapitalo</a:t>
            </a:r>
            <a:br/>
            <a:r>
              <a:t>AI agentų komanda</a:t>
            </a:r>
          </a:p>
          <a:p>
            <a:pPr algn="ctr">
              <a:defRPr sz="1600">
                <a:solidFill>
                  <a:srgbClr val="415046"/>
                </a:solidFill>
              </a:defRPr>
            </a:pPr>
            <a:r>
              <a:t>Paieška · vertinimas · patikra · kapitalas · portfelio operacijos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67E"/>
                </a:solidFill>
              </a:defRPr>
            </a:pPr>
            <a:r>
              <a:t>PEHero · Jūsų privataus kapitalo AI agentų komanda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F5D43"/>
                </a:solidFill>
              </a:defRPr>
            </a:pPr>
            <a:r>
              <a:t>01 · POKALBIS</a:t>
            </a:r>
          </a:p>
          <a:p>
            <a:pPr>
              <a:spcAft>
                <a:spcPts val="1200"/>
              </a:spcAft>
              <a:defRPr sz="2600" b="1">
                <a:solidFill>
                  <a:srgbClr val="14231B"/>
                </a:solidFill>
              </a:defRPr>
            </a:pPr>
            <a:r>
              <a:t>Vienas pokalbis, kiekvienas PE specialistas</a:t>
            </a:r>
          </a:p>
          <a:p>
            <a:pPr>
              <a:spcAft>
                <a:spcPts val="600"/>
              </a:spcAft>
              <a:defRPr sz="1300">
                <a:solidFill>
                  <a:srgbClr val="415046"/>
                </a:solidFill>
              </a:defRPr>
            </a:pPr>
            <a:r>
              <a:t>Įveskite prefiksą arba klauskite lietuviškai — PEHero parinks tinkamą agentą.</a:t>
            </a:r>
          </a:p>
        </p:txBody>
      </p:sp>
      <p:pic>
        <p:nvPicPr>
          <p:cNvPr id="3" name="Picture 2" descr="04-chat-empty_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"/>
            <a:ext cx="704088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67E"/>
                </a:solidFill>
              </a:defRPr>
            </a:pPr>
            <a:r>
              <a:t>PEHero · Jūsų privataus kapitalo AI agentų komanda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F5D43"/>
                </a:solidFill>
              </a:defRPr>
            </a:pPr>
            <a:r>
              <a:t>01 · POKALBIS</a:t>
            </a:r>
          </a:p>
          <a:p>
            <a:pPr>
              <a:spcAft>
                <a:spcPts val="1200"/>
              </a:spcAft>
              <a:defRPr sz="2600" b="1">
                <a:solidFill>
                  <a:srgbClr val="14231B"/>
                </a:solidFill>
              </a:defRPr>
            </a:pPr>
            <a:r>
              <a:t>Sandorių atranka — taip / ne per 90 sekundžių</a:t>
            </a:r>
          </a:p>
          <a:p>
            <a:pPr>
              <a:spcAft>
                <a:spcPts val="600"/>
              </a:spcAft>
              <a:defRPr sz="1300">
                <a:solidFill>
                  <a:srgbClr val="415046"/>
                </a:solidFill>
              </a:defRPr>
            </a:pPr>
            <a:r>
              <a:t>DR VET — tikra lietuviška veterinarijos klinika su tikrais finansiniais duomenimis.</a:t>
            </a:r>
          </a:p>
        </p:txBody>
      </p:sp>
      <p:pic>
        <p:nvPicPr>
          <p:cNvPr id="3" name="Picture 2" descr="05-chat-triage_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"/>
            <a:ext cx="704088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67E"/>
                </a:solidFill>
              </a:defRPr>
            </a:pPr>
            <a:r>
              <a:t>PEHero · Jūsų privataus kapitalo AI agentų komanda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F5D43"/>
                </a:solidFill>
              </a:defRPr>
            </a:pPr>
            <a:r>
              <a:t>01 · POKALBIS</a:t>
            </a:r>
          </a:p>
          <a:p>
            <a:pPr>
              <a:spcAft>
                <a:spcPts val="1200"/>
              </a:spcAft>
              <a:defRPr sz="2600" b="1">
                <a:solidFill>
                  <a:srgbClr val="14231B"/>
                </a:solidFill>
              </a:defRPr>
            </a:pPr>
            <a:r>
              <a:t>LTM finansinių rodiklių normalizavimas</a:t>
            </a:r>
          </a:p>
          <a:p>
            <a:pPr>
              <a:spcAft>
                <a:spcPts val="600"/>
              </a:spcAft>
              <a:defRPr sz="1300">
                <a:solidFill>
                  <a:srgbClr val="415046"/>
                </a:solidFill>
              </a:defRPr>
            </a:pPr>
            <a:r>
              <a:t>Tikri DR VET finansiniai duomenys iš duomenų bazės — pajamos, EBITDA, augimas.</a:t>
            </a:r>
          </a:p>
        </p:txBody>
      </p:sp>
      <p:pic>
        <p:nvPicPr>
          <p:cNvPr id="3" name="Picture 2" descr="06-chat-ltm_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"/>
            <a:ext cx="704088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67E"/>
                </a:solidFill>
              </a:defRPr>
            </a:pPr>
            <a:r>
              <a:t>PEHero · Jūsų privataus kapitalo AI agentų komanda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F5D43"/>
                </a:solidFill>
              </a:defRPr>
            </a:pPr>
            <a:r>
              <a:t>01 · POKALBIS</a:t>
            </a:r>
          </a:p>
          <a:p>
            <a:pPr>
              <a:spcAft>
                <a:spcPts val="1200"/>
              </a:spcAft>
              <a:defRPr sz="2600" b="1">
                <a:solidFill>
                  <a:srgbClr val="14231B"/>
                </a:solidFill>
              </a:defRPr>
            </a:pPr>
            <a:r>
              <a:t>IC Memo rengėjas</a:t>
            </a:r>
          </a:p>
          <a:p>
            <a:pPr>
              <a:spcAft>
                <a:spcPts val="600"/>
              </a:spcAft>
              <a:defRPr sz="1300">
                <a:solidFill>
                  <a:srgbClr val="415046"/>
                </a:solidFill>
              </a:defRPr>
            </a:pPr>
            <a:r>
              <a:t>Investicijų komiteto memo, parengtas iš Kardiolita sandorio duomenų.</a:t>
            </a:r>
          </a:p>
        </p:txBody>
      </p:sp>
      <p:pic>
        <p:nvPicPr>
          <p:cNvPr id="3" name="Picture 2" descr="07-chat-memo_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"/>
            <a:ext cx="704088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67E"/>
                </a:solidFill>
              </a:defRPr>
            </a:pPr>
            <a:r>
              <a:t>PEHero · Jūsų privataus kapitalo AI agentų komanda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F5D43"/>
                </a:solidFill>
              </a:defRPr>
            </a:pPr>
            <a:r>
              <a:t>02 · PIPELINE</a:t>
            </a:r>
          </a:p>
          <a:p>
            <a:pPr>
              <a:spcAft>
                <a:spcPts val="1200"/>
              </a:spcAft>
              <a:defRPr sz="2600" b="1">
                <a:solidFill>
                  <a:srgbClr val="14231B"/>
                </a:solidFill>
              </a:defRPr>
            </a:pPr>
            <a:r>
              <a:t>Kanban per visus sandorių etapus</a:t>
            </a:r>
          </a:p>
          <a:p>
            <a:pPr>
              <a:spcAft>
                <a:spcPts val="600"/>
              </a:spcAft>
              <a:defRPr sz="1300">
                <a:solidFill>
                  <a:srgbClr val="415046"/>
                </a:solidFill>
              </a:defRPr>
            </a:pPr>
            <a:r>
              <a:t>157 tikrų Lietuvos įmonių — sveikatos, draudimo, logistikos, NT sektoriuose.</a:t>
            </a:r>
          </a:p>
        </p:txBody>
      </p:sp>
      <p:pic>
        <p:nvPicPr>
          <p:cNvPr id="3" name="Picture 2" descr="08-pipeline-kanban_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"/>
            <a:ext cx="704088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67E"/>
                </a:solidFill>
              </a:defRPr>
            </a:pPr>
            <a:r>
              <a:t>PEHero · Jūsų privataus kapitalo AI agentų komanda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F5D43"/>
                </a:solidFill>
              </a:defRPr>
            </a:pPr>
            <a:r>
              <a:t>03 · SANDORIO DETALĖS</a:t>
            </a:r>
          </a:p>
          <a:p>
            <a:pPr>
              <a:spcAft>
                <a:spcPts val="1200"/>
              </a:spcAft>
              <a:defRPr sz="2600" b="1">
                <a:solidFill>
                  <a:srgbClr val="14231B"/>
                </a:solidFill>
              </a:defRPr>
            </a:pPr>
            <a:r>
              <a:t>Kiekvienas sandoris turi savo darbo erdvę</a:t>
            </a:r>
          </a:p>
          <a:p>
            <a:pPr>
              <a:spcAft>
                <a:spcPts val="600"/>
              </a:spcAft>
              <a:defRPr sz="1300">
                <a:solidFill>
                  <a:srgbClr val="415046"/>
                </a:solidFill>
              </a:defRPr>
            </a:pPr>
            <a:r>
              <a:t>Aprašymas dešinėje, pokalbis centre, artefaktai srautu ateina.</a:t>
            </a:r>
          </a:p>
        </p:txBody>
      </p:sp>
      <p:pic>
        <p:nvPicPr>
          <p:cNvPr id="3" name="Picture 2" descr="09-pipeline-deal_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"/>
            <a:ext cx="704088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67E"/>
                </a:solidFill>
              </a:defRPr>
            </a:pPr>
            <a:r>
              <a:t>PEHero · Jūsų privataus kapitalo AI agentų komanda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F5D43"/>
                </a:solidFill>
              </a:defRPr>
            </a:pPr>
            <a:r>
              <a:t>04 · ANALITIKA</a:t>
            </a:r>
          </a:p>
          <a:p>
            <a:pPr>
              <a:spcAft>
                <a:spcPts val="1200"/>
              </a:spcAft>
              <a:defRPr sz="2600" b="1">
                <a:solidFill>
                  <a:srgbClr val="14231B"/>
                </a:solidFill>
              </a:defRPr>
            </a:pPr>
            <a:r>
              <a:t>Klauskite lietuviškai, gaukite grafiką</a:t>
            </a:r>
          </a:p>
          <a:p>
            <a:pPr>
              <a:spcAft>
                <a:spcPts val="600"/>
              </a:spcAft>
              <a:defRPr sz="1300">
                <a:solidFill>
                  <a:srgbClr val="415046"/>
                </a:solidFill>
              </a:defRPr>
            </a:pPr>
            <a:r>
              <a:t>Top 10 įmonių pagal pajamas — tikri duomenys iš rekvizitai.vz.lt.</a:t>
            </a:r>
          </a:p>
        </p:txBody>
      </p:sp>
      <p:pic>
        <p:nvPicPr>
          <p:cNvPr id="3" name="Picture 2" descr="11-analytics-revenue_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"/>
            <a:ext cx="704088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67E"/>
                </a:solidFill>
              </a:defRPr>
            </a:pPr>
            <a:r>
              <a:t>PEHero · Jūsų privataus kapitalo AI agentų komanda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F5D43"/>
                </a:solidFill>
              </a:defRPr>
            </a:pPr>
            <a:r>
              <a:t>05 · INSTRUKCIJOS</a:t>
            </a:r>
          </a:p>
          <a:p>
            <a:pPr>
              <a:spcAft>
                <a:spcPts val="1200"/>
              </a:spcAft>
              <a:defRPr sz="2600" b="1">
                <a:solidFill>
                  <a:srgbClr val="14231B"/>
                </a:solidFill>
              </a:defRPr>
            </a:pPr>
            <a:r>
              <a:t>Koreguokite komandą gyvai</a:t>
            </a:r>
          </a:p>
          <a:p>
            <a:pPr>
              <a:spcAft>
                <a:spcPts val="600"/>
              </a:spcAft>
              <a:defRPr sz="1300">
                <a:solidFill>
                  <a:srgbClr val="415046"/>
                </a:solidFill>
              </a:defRPr>
            </a:pPr>
            <a:r>
              <a:t>Kiekvieno specialisto instrukcijos redaguojamos iš tos pačios sąsajos.</a:t>
            </a:r>
          </a:p>
        </p:txBody>
      </p:sp>
      <p:pic>
        <p:nvPicPr>
          <p:cNvPr id="3" name="Picture 2" descr="12-instructions-list_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"/>
            <a:ext cx="7040880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67E"/>
                </a:solidFill>
              </a:defRPr>
            </a:pPr>
            <a:r>
              <a:t>PEHero · Jūsų privataus kapitalo AI agentų komanda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200" b="1">
                <a:solidFill>
                  <a:srgbClr val="1F5D43"/>
                </a:solidFill>
              </a:defRPr>
            </a:pPr>
            <a:r>
              <a:t>SUSISIEKITE</a:t>
            </a:r>
          </a:p>
          <a:p>
            <a:pPr algn="ctr">
              <a:spcAft>
                <a:spcPts val="1600"/>
              </a:spcAft>
              <a:defRPr sz="4000" b="1">
                <a:solidFill>
                  <a:srgbClr val="14231B"/>
                </a:solidFill>
              </a:defRPr>
            </a:pPr>
            <a:r>
              <a:t>Pamatykite PEHero</a:t>
            </a:r>
            <a:br/>
            <a:r>
              <a:t>su savo sandoriais</a:t>
            </a:r>
          </a:p>
          <a:p>
            <a:pPr algn="ctr">
              <a:defRPr sz="1600">
                <a:solidFill>
                  <a:srgbClr val="415046"/>
                </a:solidFill>
              </a:defRPr>
            </a:pPr>
            <a:r>
              <a:t>hello@pehero.fyi · pehero.fyi/contact</a:t>
            </a:r>
            <a:br/>
            <a:r>
              <a:t>BYOD — naudokite savo sandorių duomenis.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67E"/>
                </a:solidFill>
              </a:defRPr>
            </a:pPr>
            <a:r>
              <a:t>PEHero · Jūsų privataus kapitalo AI agentų komanda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